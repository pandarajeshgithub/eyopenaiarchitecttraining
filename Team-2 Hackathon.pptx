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9EBF9B-8384-4250-BD6A-C627F4DF6E27}" v="2" dt="2024-05-31T11:46:24.420"/>
    <p1510:client id="{5C3EF955-01B5-4749-82EB-F304D769B1BB}" v="32" dt="2024-05-31T11:03:51.8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kit Batra" userId="4800e9c0-5475-46b4-ade6-c59a4b59260b" providerId="ADAL" clId="{429EBF9B-8384-4250-BD6A-C627F4DF6E27}"/>
    <pc:docChg chg="custSel addSld modSld">
      <pc:chgData name="Ankit Batra" userId="4800e9c0-5475-46b4-ade6-c59a4b59260b" providerId="ADAL" clId="{429EBF9B-8384-4250-BD6A-C627F4DF6E27}" dt="2024-05-31T11:51:24.126" v="100" actId="20577"/>
      <pc:docMkLst>
        <pc:docMk/>
      </pc:docMkLst>
      <pc:sldChg chg="modSp mod">
        <pc:chgData name="Ankit Batra" userId="4800e9c0-5475-46b4-ade6-c59a4b59260b" providerId="ADAL" clId="{429EBF9B-8384-4250-BD6A-C627F4DF6E27}" dt="2024-05-31T11:50:51.327" v="74" actId="14100"/>
        <pc:sldMkLst>
          <pc:docMk/>
          <pc:sldMk cId="3086250913" sldId="259"/>
        </pc:sldMkLst>
        <pc:spChg chg="mod">
          <ac:chgData name="Ankit Batra" userId="4800e9c0-5475-46b4-ade6-c59a4b59260b" providerId="ADAL" clId="{429EBF9B-8384-4250-BD6A-C627F4DF6E27}" dt="2024-05-31T11:50:51.327" v="74" actId="14100"/>
          <ac:spMkLst>
            <pc:docMk/>
            <pc:sldMk cId="3086250913" sldId="259"/>
            <ac:spMk id="2" creationId="{D6E538A4-FAC3-3DC2-10C3-6F55FB70B573}"/>
          </ac:spMkLst>
        </pc:spChg>
      </pc:sldChg>
      <pc:sldChg chg="addSp delSp modSp new mod">
        <pc:chgData name="Ankit Batra" userId="4800e9c0-5475-46b4-ade6-c59a4b59260b" providerId="ADAL" clId="{429EBF9B-8384-4250-BD6A-C627F4DF6E27}" dt="2024-05-31T11:47:13.299" v="43" actId="20577"/>
        <pc:sldMkLst>
          <pc:docMk/>
          <pc:sldMk cId="646361750" sldId="260"/>
        </pc:sldMkLst>
        <pc:spChg chg="mod">
          <ac:chgData name="Ankit Batra" userId="4800e9c0-5475-46b4-ade6-c59a4b59260b" providerId="ADAL" clId="{429EBF9B-8384-4250-BD6A-C627F4DF6E27}" dt="2024-05-31T11:47:13.299" v="43" actId="20577"/>
          <ac:spMkLst>
            <pc:docMk/>
            <pc:sldMk cId="646361750" sldId="260"/>
            <ac:spMk id="2" creationId="{E33457C0-E697-EAF5-A993-4CC6DD646E60}"/>
          </ac:spMkLst>
        </pc:spChg>
        <pc:spChg chg="del">
          <ac:chgData name="Ankit Batra" userId="4800e9c0-5475-46b4-ade6-c59a4b59260b" providerId="ADAL" clId="{429EBF9B-8384-4250-BD6A-C627F4DF6E27}" dt="2024-05-31T11:46:22.173" v="1"/>
          <ac:spMkLst>
            <pc:docMk/>
            <pc:sldMk cId="646361750" sldId="260"/>
            <ac:spMk id="3" creationId="{039CEB49-D284-C728-02B5-80EAA885C514}"/>
          </ac:spMkLst>
        </pc:spChg>
        <pc:picChg chg="add mod">
          <ac:chgData name="Ankit Batra" userId="4800e9c0-5475-46b4-ade6-c59a4b59260b" providerId="ADAL" clId="{429EBF9B-8384-4250-BD6A-C627F4DF6E27}" dt="2024-05-31T11:46:24.419" v="2" actId="1076"/>
          <ac:picMkLst>
            <pc:docMk/>
            <pc:sldMk cId="646361750" sldId="260"/>
            <ac:picMk id="1026" creationId="{B9D52290-9E68-E0DC-2654-2B4A3CD16FC7}"/>
          </ac:picMkLst>
        </pc:picChg>
      </pc:sldChg>
      <pc:sldChg chg="modSp new mod">
        <pc:chgData name="Ankit Batra" userId="4800e9c0-5475-46b4-ade6-c59a4b59260b" providerId="ADAL" clId="{429EBF9B-8384-4250-BD6A-C627F4DF6E27}" dt="2024-05-31T11:51:24.126" v="100" actId="20577"/>
        <pc:sldMkLst>
          <pc:docMk/>
          <pc:sldMk cId="2192192106" sldId="261"/>
        </pc:sldMkLst>
        <pc:spChg chg="mod">
          <ac:chgData name="Ankit Batra" userId="4800e9c0-5475-46b4-ade6-c59a4b59260b" providerId="ADAL" clId="{429EBF9B-8384-4250-BD6A-C627F4DF6E27}" dt="2024-05-31T11:51:09.999" v="76" actId="20577"/>
          <ac:spMkLst>
            <pc:docMk/>
            <pc:sldMk cId="2192192106" sldId="261"/>
            <ac:spMk id="2" creationId="{0868DE03-9C48-9E04-52EB-85A49B47AB6B}"/>
          </ac:spMkLst>
        </pc:spChg>
        <pc:spChg chg="mod">
          <ac:chgData name="Ankit Batra" userId="4800e9c0-5475-46b4-ade6-c59a4b59260b" providerId="ADAL" clId="{429EBF9B-8384-4250-BD6A-C627F4DF6E27}" dt="2024-05-31T11:51:24.126" v="100" actId="20577"/>
          <ac:spMkLst>
            <pc:docMk/>
            <pc:sldMk cId="2192192106" sldId="261"/>
            <ac:spMk id="3" creationId="{185D6634-F500-EFBD-DAC4-BC00FA39A1A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6566A-2354-B342-B60E-CE8465E46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679F3B-60AE-332D-CA90-450E3810E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A09C5-EF1D-507F-E197-118305FE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CB50C-558C-537D-E9BD-D0ED25650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96E4D-85C4-ED53-DF8D-E337F5840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815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04B69-00BD-A818-357A-1BAAC2D2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86D81-61BF-839E-89B3-3940D216A3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DF070-4130-7691-6338-6B39AE42D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6E3D2-A42A-BACD-E334-1DA15763C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37037-1136-6512-65CA-759207500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857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108CA-B2D4-B93A-0D4C-CC657FC0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9AE35-D9B6-492B-159A-2CF25625E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86792-C785-3380-8CF7-BA3715EDF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1AE87-ECBF-9604-F957-3D34ABB92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6C9A8-CCD3-CA71-F93D-404597A9A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115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4C3FC-16A3-D5F5-0466-EC33FA173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333CA-678C-C29B-D750-69F7B91A36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E74262-6257-12EA-96D9-76536319E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E9A0D9-5AA4-3850-E84F-60E326DAF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C3BCC-216C-269A-22E9-2D5ACDB2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CC9B3-FE60-FB1C-E522-5ED29806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17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7D7CC-6B1E-B872-C8EA-B3AD2986E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C8E9C-D6A7-B7EB-5C6D-4BABDA47A7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57A771-006D-66CE-E07C-C5B916B07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CCC308-B007-4BCD-27D8-7B531BB951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0B284A-A3CB-F7DC-5A05-2E24598798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55E899-2F6E-A1F9-49C3-A2774119D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5C447-65E5-3BDD-9C48-5E7D9573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71192-0315-CE78-A896-AB18B10B4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33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8A872-223A-8041-3B9A-081B95AC3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2F2C8-1C3A-AFA0-901E-9C706E51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005D3F-34D8-7860-C0D5-D423D5A0A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250BF-9EF3-C317-782F-D906E765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208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35AE9F-CE21-9A59-B72B-2AFF6B73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3F170C-2274-9021-15BE-F60A9B9D9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9675C-9204-04DC-0B14-A3F048F3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7641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60A78-B5A2-D2F5-5F54-26317087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234B7-D582-50CC-CC85-C2827C037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FBFB7-EB37-A3EA-53D0-D9A2CE2BE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F0B76-D75D-843E-EDF8-21147718A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3FE13-B4BF-2B0E-1180-4D4A5E069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543D5-C368-E4DD-752B-2BC788B99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2128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659C0-4E6C-8118-D4DF-FC73E75DC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0CD38A-9E5F-233A-6A37-6D1EA2201C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0BBF3B-6392-6E6B-2DE4-E61775EA4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98741B-8F6C-DC38-DF04-590026C7D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F065E-F988-CABB-E946-CCA5A07C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1D48F-84F6-1295-560C-69C70B54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22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69BA-65D3-3B55-F128-AE0187066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EA80F-1F53-7C9D-AAF9-2030E4CC8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749EF-20AD-B000-4FE9-B361A9C5A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46AAD-2341-8D8F-A0EA-FE84E05C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62E8DC-37E1-A07B-76F2-3C011AFFD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00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450A8D-53C5-CCBA-B163-14BC091E0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DEF97E-3FB6-3C5C-DE02-BA0B329E4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17747-64B7-995F-92A7-9D38D2B9A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29F22B-EB0B-3FFC-152D-6217C2CD4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EC8C3-8696-A3DD-3FDE-F8D57BD82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068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F89AD-6733-5D06-54B7-685370318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1A9E1-1A12-CF29-A365-BE7FE19CD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DCAEB-EC76-DE22-49C9-2F464FD52E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83C469-D9F2-4A1C-95D7-D0519DEED352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8F2C8-786C-A6BE-BD84-B84CB5072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DB202-D420-F79D-E634-BF6B2ED1D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FEAE0-690A-4DD6-9236-95C0D6C3440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943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dea.gov.in/sites/default/files/Summary%20Report%20Feb%202019%20Full%20File.pd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95B52-7EE6-7911-BE01-406333BFAD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34644"/>
            <a:ext cx="10509504" cy="10769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Statement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3679A9-2747-5AE3-129B-91E7A8F4E77E}"/>
              </a:ext>
            </a:extLst>
          </p:cNvPr>
          <p:cNvSpPr>
            <a:spLocks/>
          </p:cNvSpPr>
          <p:nvPr/>
        </p:nvSpPr>
        <p:spPr>
          <a:xfrm>
            <a:off x="872037" y="1632731"/>
            <a:ext cx="9530498" cy="941063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886968">
              <a:spcAft>
                <a:spcPts val="600"/>
              </a:spcAft>
            </a:pPr>
            <a:r>
              <a:rPr lang="en-IN" sz="174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Analysis of the work done and the performance of India Ministries in above mention departments , to gage efficiency of Government during this period.</a:t>
            </a:r>
          </a:p>
          <a:p>
            <a:pPr marL="457200" indent="-457200" algn="l">
              <a:spcAft>
                <a:spcPts val="600"/>
              </a:spcAft>
              <a:buFont typeface="+mj-lt"/>
              <a:buAutoNum type="arabicPeriod"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BE1C1-9C3F-F923-F5D7-D228F710CD7F}"/>
              </a:ext>
            </a:extLst>
          </p:cNvPr>
          <p:cNvSpPr txBox="1"/>
          <p:nvPr/>
        </p:nvSpPr>
        <p:spPr>
          <a:xfrm>
            <a:off x="838200" y="3789682"/>
            <a:ext cx="7409122" cy="1517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86968">
              <a:spcAft>
                <a:spcPts val="600"/>
              </a:spcAft>
            </a:pPr>
            <a:endParaRPr lang="en-IN" sz="194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886968">
              <a:spcAft>
                <a:spcPts val="600"/>
              </a:spcAft>
            </a:pPr>
            <a:endParaRPr lang="en-IN" sz="194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886968">
              <a:spcAft>
                <a:spcPts val="600"/>
              </a:spcAft>
            </a:pPr>
            <a:endParaRPr lang="en-IN" sz="1940" b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defTabSz="886968">
              <a:spcAft>
                <a:spcPts val="600"/>
              </a:spcAft>
            </a:pPr>
            <a:r>
              <a:rPr lang="en-IN" sz="194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 source:-</a:t>
            </a:r>
            <a:r>
              <a:rPr lang="en-IN" sz="1940" kern="1200" dirty="0">
                <a:solidFill>
                  <a:schemeClr val="tx1"/>
                </a:solidFill>
                <a:latin typeface="+mn-lt"/>
                <a:ea typeface="+mn-ea"/>
                <a:cs typeface="+mn-cs"/>
                <a:hlinkClick r:id="rId2" tooltip="https://dea.gov.in/sites/default/files/summary%20report%20feb%202019%20full%20file.pdf"/>
              </a:rPr>
              <a:t>Summary Report Feb 2019 Full File.pdf (dea.gov.in)</a:t>
            </a:r>
            <a:endParaRPr lang="en-IN" sz="20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766C49-7854-D47C-7318-6CEB21265866}"/>
              </a:ext>
            </a:extLst>
          </p:cNvPr>
          <p:cNvSpPr txBox="1"/>
          <p:nvPr/>
        </p:nvSpPr>
        <p:spPr>
          <a:xfrm>
            <a:off x="838200" y="5292931"/>
            <a:ext cx="10506456" cy="898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86968">
              <a:spcAft>
                <a:spcPts val="600"/>
              </a:spcAft>
            </a:pPr>
            <a:r>
              <a:rPr lang="en-IN" sz="1746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Synoptic view of the important activities of the Ministry during the Calendar year 2013 and 2019. The Ministry comprises five Departments, namely: (i) Department of Economic Affairs; (ii) Department of Expenditure; (iii) Department of Revenue; (iv) Department of Disinvestment; and (v) Department of Financial 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033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9533-1386-A3BC-FEDE-70ABC01C8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High Level Solution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4499162-E419-D0C1-81B7-076DD70B8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9CA3D8-4DEE-5CDD-D915-0A441E450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10515600" cy="4659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3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38A4-FAC3-3DC2-10C3-6F55FB70B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627" y="365125"/>
            <a:ext cx="11267173" cy="1325563"/>
          </a:xfrm>
        </p:spPr>
        <p:txBody>
          <a:bodyPr/>
          <a:lstStyle/>
          <a:p>
            <a:r>
              <a:rPr lang="en-IN" dirty="0"/>
              <a:t>Prompt &amp; Response</a:t>
            </a:r>
            <a:br>
              <a:rPr lang="en-IN" dirty="0"/>
            </a:b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A965F-048E-37F3-5A04-3B2C954090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48068"/>
          </a:xfrm>
        </p:spPr>
        <p:txBody>
          <a:bodyPr/>
          <a:lstStyle/>
          <a:p>
            <a:endParaRPr lang="en-IN"/>
          </a:p>
          <a:p>
            <a:endParaRPr lang="en-IN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383DDB4-20CC-C353-6E78-5E0087799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27" y="1379813"/>
            <a:ext cx="11267173" cy="4337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625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8DE03-9C48-9E04-52EB-85A49B47A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Engineering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D6634-F500-EFBD-DAC4-BC00FA39A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Below are the System Prompt used :-</a:t>
            </a:r>
          </a:p>
          <a:p>
            <a:r>
              <a:rPr lang="en-IN" dirty="0"/>
              <a:t>You are a financial analyst with knowledge of </a:t>
            </a:r>
            <a:r>
              <a:rPr lang="en-IN" dirty="0" err="1"/>
              <a:t>analyzing</a:t>
            </a:r>
            <a:r>
              <a:rPr lang="en-IN" dirty="0"/>
              <a:t> budget reports </a:t>
            </a:r>
          </a:p>
          <a:p>
            <a:r>
              <a:rPr lang="en-IN" dirty="0"/>
              <a:t>Provide concise replies that are polite and professional. </a:t>
            </a:r>
          </a:p>
          <a:p>
            <a:r>
              <a:rPr lang="en-IN" dirty="0"/>
              <a:t>Answer questions truthfully based on official government information, with consideration to context provided below.  </a:t>
            </a:r>
          </a:p>
          <a:p>
            <a:r>
              <a:rPr lang="en-IN" dirty="0"/>
              <a:t>Do not answer questions that are not related to India budget report and respond with "I can only help with any budget-related questions you may have.". </a:t>
            </a:r>
          </a:p>
          <a:p>
            <a:r>
              <a:rPr lang="en-IN" dirty="0"/>
              <a:t>If you do not know the answer to a question, respond by saying “I do not know the answer to your question. You may be able to find your answer at Govt of India website” </a:t>
            </a:r>
          </a:p>
        </p:txBody>
      </p:sp>
    </p:spTree>
    <p:extLst>
      <p:ext uri="{BB962C8B-B14F-4D97-AF65-F5344CB8AC3E}">
        <p14:creationId xmlns:p14="http://schemas.microsoft.com/office/powerpoint/2010/main" val="2192192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457C0-E697-EAF5-A993-4CC6DD64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Playground Settings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D52290-9E68-E0DC-2654-2B4A3CD16F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278" y="2044700"/>
            <a:ext cx="846149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6361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</TotalTime>
  <Words>230</Words>
  <Application>Microsoft Office PowerPoint</Application>
  <PresentationFormat>Widescreen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Problem Statement</vt:lpstr>
      <vt:lpstr>High Level Solution</vt:lpstr>
      <vt:lpstr>Prompt &amp; Response  </vt:lpstr>
      <vt:lpstr>Prompt Engineering </vt:lpstr>
      <vt:lpstr>Playground Settings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Ankit Batra</dc:creator>
  <cp:lastModifiedBy>Ankit Batra</cp:lastModifiedBy>
  <cp:revision>2</cp:revision>
  <dcterms:created xsi:type="dcterms:W3CDTF">2024-05-31T10:11:57Z</dcterms:created>
  <dcterms:modified xsi:type="dcterms:W3CDTF">2024-05-31T11:51:26Z</dcterms:modified>
</cp:coreProperties>
</file>